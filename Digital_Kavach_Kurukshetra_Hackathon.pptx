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26080" y="1874519"/>
            <a:ext cx="77724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Team KavachX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Vedant Nagul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Fabtech Technical Campus, Sangola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Cybersecurity / Mobile Defense</a:t>
            </a:r>
          </a:p>
          <a:p>
            <a:pPr>
              <a:spcAft>
                <a:spcPts val="1400"/>
              </a:spcAft>
            </a:pPr>
            <a:r>
              <a:rPr sz="2400" b="1">
                <a:solidFill>
                  <a:srgbClr val="0A192F"/>
                </a:solidFill>
                <a:latin typeface="Arial"/>
              </a:rPr>
              <a:t>Digital Kavach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• Problem:</a:t>
            </a:r>
            <a:r>
              <a:rPr sz="2000">
                <a:solidFill>
                  <a:srgbClr val="0A192F"/>
                </a:solidFill>
                <a:latin typeface="Arial"/>
              </a:rPr>
              <a:t> Vernacular cyber-frauds, Devanagari scams &amp; spoofed UPI QR codes bypass standard security tools.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• Target Audience:</a:t>
            </a:r>
            <a:r>
              <a:rPr sz="2000">
                <a:solidFill>
                  <a:srgbClr val="0A192F"/>
                </a:solidFill>
                <a:latin typeface="Arial"/>
              </a:rPr>
              <a:t> 800M+ Indian UPI users, senior citizens &amp; vernacular speakers across Tier-2/3 regions.</a:t>
            </a:r>
          </a:p>
          <a:p>
            <a:pPr>
              <a:spcAft>
                <a:spcPts val="2000"/>
              </a:spcAft>
            </a:pPr>
            <a:r>
              <a:rPr sz="2000" b="1">
                <a:solidFill>
                  <a:srgbClr val="0A192F"/>
                </a:solidFill>
                <a:latin typeface="Arial"/>
              </a:rPr>
              <a:t>• Impact:</a:t>
            </a:r>
            <a:r>
              <a:rPr sz="2000">
                <a:solidFill>
                  <a:srgbClr val="0A192F"/>
                </a:solidFill>
                <a:latin typeface="Arial"/>
              </a:rPr>
              <a:t> Stops financial loss in real time &amp; recovers funds during the critical 24-hr Golden Hour window.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Solution:</a:t>
            </a:r>
            <a:r>
              <a:rPr sz="1900">
                <a:solidFill>
                  <a:srgbClr val="0A192F"/>
                </a:solidFill>
                <a:latin typeface="Arial"/>
              </a:rPr>
              <a:t> Zero-trust mobile shield with background notification interception &amp; on-device AI.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Prototype:</a:t>
            </a:r>
            <a:r>
              <a:rPr sz="1900">
                <a:solidFill>
                  <a:srgbClr val="0A192F"/>
                </a:solidFill>
                <a:latin typeface="Arial"/>
              </a:rPr>
              <a:t> Functional Flutter Android app with real-time Sentinel, OCR &amp; 1930 recovery wizard.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Tech-Stack:</a:t>
            </a:r>
            <a:r>
              <a:rPr sz="1900">
                <a:solidFill>
                  <a:srgbClr val="0A192F"/>
                </a:solidFill>
                <a:latin typeface="Arial"/>
              </a:rPr>
              <a:t> Flutter, Riverpod, Hive, Google ML Kit (Devanagari OCR), Few-Shot RAG Threat Memory.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Workflow:</a:t>
            </a:r>
            <a:r>
              <a:rPr sz="1900">
                <a:solidFill>
                  <a:srgbClr val="0A192F"/>
                </a:solidFill>
                <a:latin typeface="Arial"/>
              </a:rPr>
              <a:t> Notification Intercept ➔ 570+ Rules &amp; OCR ➔ Ghost QR Check ➔ 1930 Golden Hour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Ghost UPI Shield:</a:t>
            </a:r>
            <a:r>
              <a:rPr sz="1900">
                <a:solidFill>
                  <a:srgbClr val="0A192F"/>
                </a:solidFill>
                <a:latin typeface="Arial"/>
              </a:rPr>
              <a:t> Detects forged merchant names masking private VPAs before payment triggers.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AI ScamBaiter Bot:</a:t>
            </a:r>
            <a:r>
              <a:rPr sz="1900">
                <a:solidFill>
                  <a:srgbClr val="0A192F"/>
                </a:solidFill>
                <a:latin typeface="Arial"/>
              </a:rPr>
              <a:t> Proactively stalls fraudsters with decoy personas to extract mule account details.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10 Indian Languages:</a:t>
            </a:r>
            <a:r>
              <a:rPr sz="1900">
                <a:solidFill>
                  <a:srgbClr val="0A192F"/>
                </a:solidFill>
                <a:latin typeface="Arial"/>
              </a:rPr>
              <a:t> True native vernacular support across all screens, rules &amp; OCR analysis.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Zero-Key Security:</a:t>
            </a:r>
            <a:r>
              <a:rPr sz="1900">
                <a:solidFill>
                  <a:srgbClr val="0A192F"/>
                </a:solidFill>
                <a:latin typeface="Arial"/>
              </a:rPr>
              <a:t> Fully client-side protected architecture with zero exposed API keys or PII.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377440"/>
            <a:ext cx="106984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Why Existing Apps Fail:</a:t>
            </a:r>
            <a:r>
              <a:rPr sz="1900">
                <a:solidFill>
                  <a:srgbClr val="0A192F"/>
                </a:solidFill>
                <a:latin typeface="Arial"/>
              </a:rPr>
              <a:t> Antivirus tools only check English links post-click; ignore SMS/WhatsApp &amp; UPI QRs.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Digital Kavach Differentiator:</a:t>
            </a:r>
            <a:r>
              <a:rPr sz="1900">
                <a:solidFill>
                  <a:srgbClr val="0A192F"/>
                </a:solidFill>
                <a:latin typeface="Arial"/>
              </a:rPr>
              <a:t> Proactive notification interception + Ghost UPI QR shield + Active ScamBaiting.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Post-Scam Legal Automation:</a:t>
            </a:r>
            <a:r>
              <a:rPr sz="1900">
                <a:solidFill>
                  <a:srgbClr val="0A192F"/>
                </a:solidFill>
                <a:latin typeface="Arial"/>
              </a:rPr>
              <a:t> Only app with a 24-hr Golden Hour wizard auto-drafting NCRP &amp; RBI dispute FIRs.</a:t>
            </a:r>
          </a:p>
          <a:p>
            <a:pPr>
              <a:spcAft>
                <a:spcPts val="1600"/>
              </a:spcAft>
            </a:pPr>
            <a:r>
              <a:rPr sz="1900" b="1">
                <a:solidFill>
                  <a:srgbClr val="0A192F"/>
                </a:solidFill>
                <a:latin typeface="Arial"/>
              </a:rPr>
              <a:t>• Complete Life-Cycle:</a:t>
            </a:r>
            <a:r>
              <a:rPr sz="1900">
                <a:solidFill>
                  <a:srgbClr val="0A192F"/>
                </a:solidFill>
                <a:latin typeface="Arial"/>
              </a:rPr>
              <a:t> Protects citizens Before (Sentinel), During (Anti-Quishing), and After (Recovery).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