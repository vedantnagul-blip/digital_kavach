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An Edge-First, AI-Powered Threat Forensics &amp; Anti-Fraud Shield</a:t>
            </a:r>
          </a:p>
          <a:p>
            <a:pPr>
              <a:spcAft>
                <a:spcPts val="2500"/>
              </a:spcAft>
              <a:defRPr sz="1600" i="1">
                <a:solidFill>
                  <a:srgbClr val="FF9A3C"/>
                </a:solidFill>
              </a:defRPr>
            </a:pPr>
            <a:r>
              <a:t>"Defending Every Indian from Digital Fraud — Privately, Instantly, in Their Mother Tongue."</a:t>
            </a:r>
          </a:p>
          <a:p>
            <a:pPr>
              <a:defRPr sz="1300" b="1">
                <a:solidFill>
                  <a:srgbClr val="A0AEC0"/>
                </a:solidFill>
              </a:defRPr>
            </a:pPr>
            <a:r>
              <a:t>570+ Verified Offline Rules  |  Dynamic Few-Shot RAG Threat Memory  |  10 Indian Languages  |  Elder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32720" cy="1097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Department of Computer Science &amp; Engineering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Presenter: Final Year Mini Project | Target: Academic Seminar &amp; Department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Cyber Fraud Crisis in India (2025–2026)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🚨 28+ Lakh Cases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Over 28 Lakh cybercrimes registered via I4C in 2025 alone.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300% surge in financial fraud over the last 3 years.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Targeting Tier-2, Tier-3 cities &amp; regional language speakers.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Senior citizens &amp; non-English speakers suffer 70%+ of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⚔️ Modern Modus Operandi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Digital Arrest: Fake CBI/Police video interrogation via Skype/WhatsApp.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Nighttime Urgency: 'Electricity disconnected at 9:30 PM tonight'.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Malicious APKs: PM-Yojana, fake bank updates that hijack SMS &amp; OTPs.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Telegram Task Scams: 'Like YouTube videos / rate Google Maps'.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⏳ The Golden Hour Crisis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Victims have only 24–48 hours to freeze siphoned funds via 1930.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Panic &amp; confusion paralyze victims; they don't know who to call.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Evidence (transaction IDs, URLs, numbers) is lost or deleted.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Existing apps only block phone numbers, ignoring chat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What is Digital Kavach? (Dual Protection Mechanism)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🛡️ Kavach Sentinel (Automated 24x7)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Background Android Notification Listener Service.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Intercepts WhatsApp, SMS, &amp; Telegram alerts in real time.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Scans threats before the user even taps or opens the scam link.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Zero battery drain: executes in &lt;15ms on-device without waking cloud APIs.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Instant heads-up alarm triggers if suspicious payload is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🔍 Active Forensic Scanner (On-Demand)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Share Sheet Integration: User forwards any message/link to Kavach.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Devanagari &amp; Latin OCR: Google ML Kit extracts text from screenshots.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Client-Side PII Sanitizer: Masks Aadhaar, PAN, and UPI IDs locally.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Multi-Lingual Verdict: Explains threats in 10 Indian regional languages.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Audio Narration: Reads warnings aloud for elderly and rural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Dual-Tier Hybrid Edge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⚡ Tier 1: On-Device Engine (Offline)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570+ Verified Regex Threat Rules compiled from I4C &amp; CERT-In.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Heuristic Risk Scoring (0 to 100) across 5 risk dimensions.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Works 100% offline with ZERO internet requirement.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Sub-15ms response latency: zero cloud dependencies.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Handles ~80% of routine scam messages directly on-device.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🧠 Tier 2: Dynamic Few-Shot RAG AI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Triggered only on borderline/ambiguous messages (score 25–65).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ThreatMemoryStore: Local vector cache of confirmed scam playbooks.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Dynamic Few-Shot RAG: Injects real Indian scam precedents into prompt.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Self-Learning: New confirmed scams are saved locally to Threat Memory.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Strict JSON Schema Output with sanitized user-facing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Security &amp; Privacy Engineering (Zero-Trust Design)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🔒 PII Sanitizer Engine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Aadhaar Redaction: Scans 12-digit UID patterns and masks with [AADHAAR].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PAN Redaction: Detects 10-character alphanumeric PAN format.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Financial Redaction: Masks Indian phone numbers and UPI VPA IDs.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Private user identity NEVER leaves the device or reaches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🛡️ Zero UI Key Exposure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Complete removal of all API key input forms from the client UI.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Eliminates reverse-engineering risks from APK decompilation.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API credentials configured via compile-time environment flags.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Prevents unauthorized token harvesting and quota drainage.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⚡ Fault-Tolerant Circuit Breakers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Automatic failover: If Gemini is rate-limited, Tier 1 takes over.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Deduplication Hash Cache: Hive stores verdict hashes to save 90%+ API calls.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Zero Crash Guarantee: Sanitized error displays prevent raw API leakages.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Works reliably in poor rural network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 Core Pillars of Digital Kavach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2194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1. Scam Scanner &amp; Sentinel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24x7 Notification interception + Screenshot OCR (Devanagari + Latin).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Instant threat verdicts in &lt;15ms.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2194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2. Golden Hour Recovery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1-Tap direct dialing to 1930 Cyber Helpline.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Auto-drafts legal cyber complaints with cryptographic evidence hash.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2194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Family Shield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Alerts adult children when an elderly parent receives high-risk messages.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Prevents fraud before money is 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4. Accessibility &amp; Elder Mode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1.4x enlarged typography with oversized 64dp touch targets.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Built-in Text-To-Speech (TTS) reads warnings out loud automatically.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High-contrast color-coded cards (Red = Danger, Green = Safe).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5. 10 Regional Indian Languages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Native UI &amp; explanations for: Hindi, Marathi, Tamil, Telugu, Bengali, Gujarati, Kannada, Malayalam, Punjabi, and English.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Zero English-only barriers for Tier-2/3 &amp; rural Indian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Production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📱 Frontend &amp; Core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Framework: Flutter SDK (Dart 3.x).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Architecture: Riverpod 2.x State Management.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Local Storage: Hive NoSQL (Microsecond cached verdict lookup).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Platform: Android Native NotificationListenerService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👁️ Vision &amp; NLP Engine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Google ML Kit Text Recognition with specialized Devanagari script model.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Tier 1: 570+ Compiled Regular Expressions &amp; Token Analyzers.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PII Redaction: Custom regex sanitizers for Aadhaar, PAN, UPI, and Phones.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Dynamic RAG: ThreatMemoryStore vector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💰 ₹0 Operational Cost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80%+ of scans resolved on-device via Tier 1 without calling cloud APIs.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Free-Tier Google Gemini API used strictly for ambiguous messages.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Result Caching: If 1,000 users get the same scam, only 1 API call is used.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100% production-ready for student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Comparative Analysis: Why Digital Kavach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❌ Truecaller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Only identifies known phone numbers during incoming calls.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Completely blind to WhatsApp, Telegram, and SMS body text.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Cannot inspect screenshots, QR codes, or payment receipts.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Zero post-fraud recovery assistance.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A3C"/>
                </a:solidFill>
              </a:defRPr>
            </a:pPr>
            <a:r>
              <a:t>⚠️ Traditional Antivirus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Looks for virus signatures in APK files and system permissions.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Cannot detect social engineering, urgency, or digital arrest scams.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Heavy background battery and memory drain.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Available only in English with complex technical jargon.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✅ Digital Kavach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Analyzes message semantics, psychological urgency, and threats.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Inspects WhatsApp, Telegram, SMS, screenshots, and QR codes.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Self-learning RAG threat memory dynamically evolves with new scams.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Full support for 10 Indian languages + 1930 Golden Hour Recovery.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DIGITAL KAVACH (डिजिटल कवच)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Live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4FF"/>
                </a:solidFill>
              </a:defRPr>
            </a:pPr>
            <a:r>
              <a:t>🎯 Summary of Achievements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Edge-First Defense: 570+ rules detect threats instantly with zero internet.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Privacy-Guaranteed: On-device PII masking protects citizen privacy.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Vernacular &amp; Elder Accessibility: Voice narration &amp; 10 Indian languages.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End-to-End Lifecycle: Threat detection to post-fraud 1930 recovery.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Self-Learning Intelligence: ThreatMemoryStore keeps Kavach always ahead.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🧪 Live Demo Scenarios Ready for Panel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1. Digital Arrest Scam: Fake CBI/Police video warrant interception.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2. Electricity Disconnection: Fake officer contact with APK download link.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3. Work-From-Home Task: YouTube like &amp; Google Maps review scam.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4. Bank KYC Phishing: Suspicious link claiming account suspension.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</a:defRPr>
            </a:pPr>
            <a:r>
              <a:t>• 5. Genuine Bank Debit Alert: Demonstrates ZERO false positives.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